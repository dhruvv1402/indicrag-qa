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that beat either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monolingual row out loud. It is a real cost — removing the double vote loses precision where agreement genuinely was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Aggregates that conceal both the win and the cost are the default failure of results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property of the signal, not of the calibration. Worth stating because the threshold approach is the common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- 400-item QA set, query-language × evidence-language matrix, 6 cells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- 80 unanswerable items across 4 classes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[PROBE]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Report the trade, not the aggregate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Overall Recall@5: 0.483 → 0.500, p = 0.32 — indistinguishable from noise.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Reporting only the aggregate would hide both the 7× cross-lingual gain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the 0.044 monolingual cost.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Good trade on this corpus: monolingual was already strong, cross-lingual was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near zero. On a mostly-monolingual deployment it would be a bad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 second decomposition: answerability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Retrieval-score thresholds detect 0.000 of false-premise questions.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Mechanism: a false-premise question retrieves confidently — the scheme 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names is real, its passages score highly. No threshold over retrieval scores can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separate it from an answerable question.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NLI entailment signal, validated on exactly those cases.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 items, single primary annotator, blind 15% second pass, κ gated at 0.70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Retrieval numbers are [PROBE] pending gold-set verification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7× cross-lingual, 6× code-mixed,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training.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