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the mechanism, not the system. Fifteen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not a constructed example; it is how the question is actually typed. Each mismatch is individually well studied. Their conjunction is the ordinary case for a large population, and that is the setting we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Motivates Module 5 and the unanswerable taxonomy. Cuttable if short on time, but it is what makes the answerability work more than a checkbox.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deviation out loud. Someone will ask; answering before they do is worth more than the slide costs.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this up as the obviously correct thing to do, because it is. The next slide is the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Pause here. This is the slide the talk exists for. Hybrid retrieval is supposed to be a safe default; on the case this system exists to serve it is worse than one of its own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α sweep found no interior weighting significantly better than the better endpoint. It was right about the method and wrong about the hypothesis — α was never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comparisons, two answers. The repair to plain fusion is large and costs nothing monolingually. The gain over a good dense retriever is small — say so before someone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earns trust. The probe numbers were not wrong about the mechanism, only about the magnitudes.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 point, and the one most transferable to the audience: the aggregate metric did not merely fail to show the mechanism, it pointed away from it. Selection by rule, fixed before looking, is what keeps this from being anecdote.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H3 and it is the cleanest result in the deck. The closed-book arm is not refusing — it is confidently reciting scheme figures from memory and getting them wrong. Say the second line out loud: the fusion gain is real as retrieval, and small enough over dense alone that 72 questions cannot see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that stops the talk being a sales pitch: our headline number moved when the data got better, and we show it moving. The ratio is a property of a 3B quantized model, not a law — but it is why the oracle arm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retrievers of equal accuracy can combine well or destructively depending on whether each could have retrieved what the other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threshold row is the one to dwell on — high recall, achieved by refusing almost every question. Only the generator, which reads the passage, catches near-misses while still answering. Adding NLI on top changes nothing: of the 25 it answers, 5 are unanswerable, and no entailment threshold improves on that. In deployment: BM25 floor first, generator abstention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these before the Q&amp;A rather than during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sentences, then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2C5F8A"/>
                </a:solidFill>
                <a:latin typeface="Calibri"/>
              </a:rPr>
              <a:t>Script-Aware Fusion for Cross-Lingual Retrieval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Why naive hybrid retrieval fails on Indic and code-mixed queries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5A5A5A"/>
                </a:solidFill>
                <a:latin typeface="Calibri"/>
              </a:rPr>
              <a:t>IndicRAG-QA · CSET 346 · Bennett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query that motivates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"Scholarship ke liye minimum eligibility kya hai?"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Three mismatches at once: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Hindi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English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Script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Latin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Latin / Devanagari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Surface 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eligibility / yogyata / योग्यता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one spelling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Why the stakes differ from open-domain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These documents govern who receives public money.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confident wrong answer about an eligibility ceiling is worse than no answer.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→ The system must be able to abstain, and be **measured on abstaining in the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right places**.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corpus, and one honest deviation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Parallel Hindi/English corpus, Indian government welfare schemes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Bilingual by construction: each scheme has two independently authored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documents, not a translation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- 393-item QA set (313 answerable, 80 unanswerable in 4 classes),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query-language × evidence-language matrix, 6 cells; sealed dev 120 / test 273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Verified by a language model, not a person — disclosed on every report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Deviation, stated up front: intended to use official scheme PDFs. Soft 404s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and image-only scans — one 18-page document yielded 17 characters of extractable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text. Corpus is encyclopedic, not regulatory.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standard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Language/script mismatch → multilingual dense retrieval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Dense retrieval weak on rare terms (scheme names, amounts, section numbers)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→ add a lexical retriever and fuse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Reciprocal Rank Fusion: score(d) = Σᵢ 1/(k + rankᵢ(d))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 normalisation needed. Standard, strong baseline.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It does not merely fail to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Recall@5, cross-lingual queries (test split, n = 62)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scores below the dense retriever it contains.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231136"/>
          <a:ext cx="1005840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Recall@5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Dense alone (e5-base)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0.661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Hybrid RRF (plain)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0.274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The cause is structural, not a tuning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 lexical retriever has zero recall by construction across a script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boundary — a Devanagari passage and a Latin query share no tokens.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RRF treats agreement as evidence: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same-script passage → 2 votes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cross-script passage → 1 vote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The cross-script passage is docked for the lexical retriever's blindness,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not for its own irrelevance.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BM25 saying nothing about a Devanagari passage is not evidence against it.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It is no evidence at 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Script-aware fusion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Score each candidate over the retrievers eligible to return it, not those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that did.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No training, no tuning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One lookup per candidate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Query-time cost unchanged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Test split, Recall@5: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vs plain RRF: +0.411 cross-lingual, +0.132 overall (p = 0.0001).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vs dense alone: +0.030 overall (p = 0.052); significant only code-mixed (+0.085, p = 0.004).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4535424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Slice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Plain RRF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Script-aware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Dense alone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cross-lingual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0.661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code-mixed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0.556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0.472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monolingual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0.976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overall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0.720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What verification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On 180 synthetic probes the method looked like a trade: +0.131 cross-lingual,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−0.044 monolingual. On the unverified questions it beat dense alone by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+0.133 cross-lingually.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On the verified test split: the repair is larger (+0.411), the monolingual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cost is gone, and the gain over dense alone is mostly gone (+0.024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cross-lingual, p = 0.62).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Claim what survives: standard fusion does harm across scripts; the fix removes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it. Not: fusion beats a strong dense retriever.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How it was actually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Aggregate tables: "hybrid underperforms." No hint why.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20 error cases, selected by rule (most confident × most wrong, 2 per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category across 10 categories):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Dense alone found the gold passage in 8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Plain RRF lost all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Does it actually help the answers?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Four arms, same generator, differing only in the evidence given.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Test split, 72-item stratified sample.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Closed-book answers 49 of 72 questions; fewer than 1 in 5 of those answers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is supported. Paired: +0.684, p = 0.0001.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vs dense is NOT significant (−0.027 token-F1, p = 0.55).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Retrieval-or-not is the large effect; which retriever does not show up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downstream at n = 72.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4151376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abstains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Citation Support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closed-book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0.184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RAG dense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0.870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RAG hybrid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0.860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oracle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0.641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0.985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Where the errors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Test split, 72-item sample.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Both matter. The generator loses more, by 1.6×.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Say this out loud: before verification this was 0.597 against 0.193 — a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factor of three — and we advised fixing the generator first. On verified items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(and a different sample) it narrowed to 1.6. That advice did not survive.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3383280"/>
          <a:ext cx="100584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29260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oracle 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0.641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full system token-F1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0.418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retrieval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0.223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generation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0.359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Where this generalises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Not about Hindi. Not about script.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Anywhere rank fusion runs over retrievers with asymmetric coverage: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text × image/table retrieval — each blind to the other's modality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access-controlled shards — one retriever permitted a subset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specialist × general index over partly-covered collections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Guidance: before fusing, check retriever coverage, not only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Answerability: which score you threshold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Median top retrieval score, verified set: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BM25 threshold on test: F1 0.525, all out-of-scope caught — but only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0.522 of near-miss questions. The fused RRF score carries almost nothing: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rank fusion discards the magnitudes.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Before verification the BM25 medians were reversed (13.55 vs 13.82): questions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that did not name their scheme retrieved weakly whether or not they were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answerable.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Four signals, same 85 held-out items (enriched: 57 unanswerable, 28 answerable).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Generator near-miss recall: 22 of 23.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4919472"/>
          <a:ext cx="1005840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292608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answerable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A1A1A"/>
                          </a:solidFill>
                          <a:latin typeface="Calibri"/>
                        </a:rPr>
                        <a:t>unanswerable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BM25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25.47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13.82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TF-IDF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0.238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0.145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RRF (fused)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0.0325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catches unanswerable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answers answerable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threshold on fused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53/57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2/28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calibrated combination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44/57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11/28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generator self-report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52/57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20/28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Scope, stated plainly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Encyclopedic corpus, not regulatory text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One Indic language; two scripts only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- 393 items, verified by a model, not a person; blind second pass κ = 1.000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is one model agreeing with itself, not the 0.70 inter-annotator gate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Probe-set numbers kept only where the mechanism was found; results are test split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- Qwen2.5-3B Q4_K_M on CPU; nothing fine-tuned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1A1A1A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Hybrid retrieval inverts cross-lingually because **fusion treats a retriever's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silence as evidence**.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Fix the arithmetic, not the model: cross-lingual 0.274 → 0.685, no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monolingual cost, no training — and no large gain over dense alone.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Found by reading 20 cases, not by reading a table.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30936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