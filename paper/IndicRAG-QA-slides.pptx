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significantly better than the better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comparisons, two answers. The repair to plain fusion is large and costs nothing monolingually. The gain over a good dense retriever is small — say so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The probe numbers were not wrong about the mechanism, only about the magnitudes.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scheme figures from memory and getting them wrong. Say the second line out loud: the fusion gain is real as retrieval, and small enough over dense alone that 72 questions cannot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pitch: our headline number moved when the data got better, and we show it moving. The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row is the one to dwell on — high recall, achieved by refusing almost every question. Only the generator, which reads the passage, catches near-misses while still answering. Adding NLI on top changes nothing: of the 25 it answers, 5 are unanswerable, and no entailment threshold improves on that. In deployment: BM25 floor first, generator abstention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 Leave the link on screen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indicragqa.vercel.app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- 393-item QA set (313 answerable, 80 unanswerable in 4 classes),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query-language × evidence-language matrix, 6 cells; sealed dev 120 / test 273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Verified in two model passes; test split reviewed by a person (all 273 accepted)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(test split, n = 62)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Recall@5: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plain RRF: +0.411 cross-lingual, +0.132 overall (p = 0.0001).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dense alone: +0.030 overall (p = 0.052); significant only code-mixed (+0.085, p = 0.004).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535424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Dense alone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What verification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180 synthetic probes the method looked like a trade: +0.131 cross-lingual,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−0.044 monolingual. On the unverified questions it beat dense alone by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+0.133 cross-lingually.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the verified test split: the repair is larger (+0.411), the monolingual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cost is gone, and the gain over dense alone is mostly gone (+0.024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cross-lingual, p = 0.62).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Claim what survives: standard fusion does harm across scripts; the fix removes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it. Not: fusion beats a strong dense retriever.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stratified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49 of 72 questions; fewer than 1 in 5 of those answers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supported. Paired: +0.684,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(−0.027 token-F1, p = 0.55).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Retrieval-or-not is the large effect; which retriever does not show up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151376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0.184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the errors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Both matter. The generator loses more, by 1.6×.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before verification this was 0.597 against 0.193 — 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factor of three — and we advised fixing the generator first. On verified items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(and a different sample) it narrowed to 1.6. That advice did not survive.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0.223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Answerability: which score you threshold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Median top retrieval score, verified set: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threshold on test: F1 0.525, all out-of-scope caught — but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0.522 of near-miss questions. The fused RRF score carries almost nothing: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rank fusion discards the magnitudes.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Before verification the BM25 medians were reversed (13.55 vs 13.82): questions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 not name their scheme retrieved weakly whether or not they were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answerable.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85 held-out items (enriched: 57 unanswerable, 28 answerable).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Generator near-miss recall: 22 of 23.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919472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 (fused)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threshold on fused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44/57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11/28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 items: two model passes, then one person reviewed the test split, not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blind; dev split model-only; blind second pass κ = 1.000 is one model agreeing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with itself, not the 0.70 inter-annotator gate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Probe-set numbers kept only where the mechanism was found; results are test split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cross-lingual 0.274 → 0.685,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monolingual cost, no training — and no large gain over dense alone.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Try it: indicragqa.vercel.app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