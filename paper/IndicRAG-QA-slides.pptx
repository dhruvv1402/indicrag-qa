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Name the mechanism, not the system. Fifteen seconds.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not a constructed example; it is how the question is actually typed. Each mismatch is individually well studied. Their conjunction is the ordinary case for a large population, and that is the setting we measure.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Motivates Module 5 and the unanswerable taxonomy. Cuttable if short on time, but it is what makes the answerability work more than a checkbox.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 the deviation out loud. Someone will ask; answering before they do is worth more than the slide costs.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Set this up as the obviously correct thing to do, because it is. The next slide is the turn.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Pause here. This is the slide the talk exists for. Hybrid retrieval is supposed to be a safe default; on the case this system exists to serve it is worse than one of its own components.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α sweep found no interior weighting that beat either endpoint. It was right about the method and wrong about the hypothesis — α was never the problem.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Read the monolingual row out loud. It is a real cost — removing the double vote loses precision where agreement genuinely was evidence.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slide that earns trust. Aggregates that conceal both the win and the cost are the default failure of results sections.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Method point, and the one most transferable to the audience: the aggregate metric did not merely fail to show the mechanism, it pointed away from it. Selection by rule, fixed before looking, is what keeps this from being anecdote.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Two retrievers of equal accuracy can combine well or destructively depending on whether each could have retrieved what the other did.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property of the signal, not the calibration. The fitted operating point swings from 0.000 recall to 0.93 depending only on the split, while the curve underneath stays flat — which is why the separation table matters more than any single number. Motivates the NLI signal.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 these before the Q&amp;A rather than during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Three sentences, then stop.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19456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4000" b="1">
                <a:solidFill>
                  <a:srgbClr val="2C5F8A"/>
                </a:solidFill>
                <a:latin typeface="Calibri"/>
              </a:rPr>
              <a:t>Script-Aware Fusion for Cross-Lingual Retrieval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3108960"/>
            <a:ext cx="1097280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000" b="0">
                <a:solidFill>
                  <a:srgbClr val="5A5A5A"/>
                </a:solidFill>
                <a:latin typeface="Calibri"/>
              </a:rPr>
              <a:t>Why naive hybrid retrieval fails on Indic and code-mixed queries</a:t>
            </a:r>
          </a:p>
          <a:p>
            <a:pPr>
              <a:spcAft>
                <a:spcPts val="600"/>
              </a:spcAft>
            </a:pPr>
            <a:r>
              <a:rPr sz="2000" b="0">
                <a:solidFill>
                  <a:srgbClr val="5A5A5A"/>
                </a:solidFill>
                <a:latin typeface="Calibri"/>
              </a:rPr>
              <a:t>IndicRAG-QA · CSET 346 · Bennett University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30936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1A1A1A"/>
                </a:solidFill>
                <a:latin typeface="Calibri"/>
              </a:rPr>
              <a:t>The query that motivates the work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463040"/>
            <a:ext cx="1097280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"Scholarship ke liye minimum eligibility kya hai?"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Three mismatches at once: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2231136"/>
          <a:ext cx="10058400" cy="11704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52800"/>
                <a:gridCol w="3352800"/>
                <a:gridCol w="3352800"/>
              </a:tblGrid>
              <a:tr h="292608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A1A1A"/>
                          </a:solidFill>
                          <a:latin typeface="Calibri"/>
                        </a:rPr>
                        <a:t>Query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A1A1A"/>
                          </a:solidFill>
                          <a:latin typeface="Calibri"/>
                        </a:rPr>
                        <a:t>Document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Language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Hindi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English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Script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Latin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Latin / Devanagari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Surface form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eligibility / yogyata / योग्यता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one spelling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1247120" y="630936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1A1A1A"/>
                </a:solidFill>
                <a:latin typeface="Calibri"/>
              </a:rPr>
              <a:t>Why the stakes differ from open-domain QA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463040"/>
            <a:ext cx="1097280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These documents govern who receives public money.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A confident wrong answer about an eligibility ceiling is worse than no answer.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→ The system must be able to abstain, and be **measured on abstaining in the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right places**.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30936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1A1A1A"/>
                </a:solidFill>
                <a:latin typeface="Calibri"/>
              </a:rPr>
              <a:t>The corpus, and one honest deviation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463040"/>
            <a:ext cx="1097280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- Parallel Hindi/English corpus, Indian government welfare schemes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- Bilingual by construction: each scheme has two independently authored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documents, not a translation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- 400-item QA set, query-language × evidence-language matrix, 6 cells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- 80 unanswerable items across 4 classes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Deviation, stated up front: intended to use official scheme PDFs. Soft 404s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and image-only scans — one 18-page document yielded 17 characters of extractable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text. Corpus is encyclopedic, not regulatory.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30936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1A1A1A"/>
                </a:solidFill>
                <a:latin typeface="Calibri"/>
              </a:rPr>
              <a:t>The standard recipe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463040"/>
            <a:ext cx="1097280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Language/script mismatch → multilingual dense retrieval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Dense retrieval weak on rare terms (scheme names, amounts, section numbers)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→ add a lexical retriever and fuse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Reciprocal Rank Fusion: score(d) = Σᵢ 1/(k + rankᵢ(d))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No normalisation needed. Standard, strong baseline.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30936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1A1A1A"/>
                </a:solidFill>
                <a:latin typeface="Calibri"/>
              </a:rPr>
              <a:t>It does not merely fail to help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463040"/>
            <a:ext cx="1097280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Recall@5, cross-lingual queries [PROBE]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Hybrid scores below the dense retriever it contains.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2231136"/>
          <a:ext cx="10058400" cy="8778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29200"/>
                <a:gridCol w="5029200"/>
              </a:tblGrid>
              <a:tr h="292608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A1A1A"/>
                          </a:solidFill>
                          <a:latin typeface="Calibri"/>
                        </a:rPr>
                        <a:t>System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A1A1A"/>
                          </a:solidFill>
                          <a:latin typeface="Calibri"/>
                        </a:rPr>
                        <a:t>Recall@5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Dense alone (e5-base)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0.125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Hybrid RRF (plain)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0.022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1247120" y="630936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1A1A1A"/>
                </a:solidFill>
                <a:latin typeface="Calibri"/>
              </a:rPr>
              <a:t>The cause is structural, not a tuning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463040"/>
            <a:ext cx="1097280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A lexical retriever has zero recall by construction across a script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boundary — a Devanagari passage and a Latin query share no tokens.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RRF treats agreement as evidence: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- same-script passage → 2 votes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- cross-script passage → 1 vote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The cross-script passage is docked for the lexical retriever's blindness,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not for its own irrelevance.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BM25 saying nothing about a Devanagari passage is not evidence against it.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It is no evidence at all.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30936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1A1A1A"/>
                </a:solidFill>
                <a:latin typeface="Calibri"/>
              </a:rPr>
              <a:t>Script-aware fusion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463040"/>
            <a:ext cx="1097280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Score each candidate over the retrievers eligible to return it, not those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that did.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- No training, no tuning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- One lookup per candidate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- Query-time cost unchanged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3383280"/>
          <a:ext cx="1005840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14600"/>
                <a:gridCol w="2514600"/>
                <a:gridCol w="2514600"/>
                <a:gridCol w="2514600"/>
              </a:tblGrid>
              <a:tr h="292608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A1A1A"/>
                          </a:solidFill>
                          <a:latin typeface="Calibri"/>
                        </a:rPr>
                        <a:t>Slice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A1A1A"/>
                          </a:solidFill>
                          <a:latin typeface="Calibri"/>
                        </a:rPr>
                        <a:t>Plain RRF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A1A1A"/>
                          </a:solidFill>
                          <a:latin typeface="Calibri"/>
                        </a:rPr>
                        <a:t>Script-aware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A1A1A"/>
                          </a:solidFill>
                          <a:latin typeface="Calibri"/>
                        </a:rPr>
                        <a:t>p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cross-lingual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0.022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0.153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0.0001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code-mixed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0.028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0.173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0.0002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monolingual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0.712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0.668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0.032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overall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0.483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0.500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0.32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1247120" y="630936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1A1A1A"/>
                </a:solidFill>
                <a:latin typeface="Calibri"/>
              </a:rPr>
              <a:t>Report the trade, not the aggregate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463040"/>
            <a:ext cx="1097280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Overall Recall@5: 0.483 → 0.500, p = 0.32 — indistinguishable from noise.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Reporting only the aggregate would hide both the 7× cross-lingual gain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and the 0.044 monolingual cost.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Good trade on this corpus: monolingual was already strong, cross-lingual was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near zero. On a mostly-monolingual deployment it would be a bad one.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30936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1A1A1A"/>
                </a:solidFill>
                <a:latin typeface="Calibri"/>
              </a:rPr>
              <a:t>How it was actually found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463040"/>
            <a:ext cx="1097280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Aggregate tables: "hybrid underperforms." No hint why.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20 error cases, selected by rule (most confident × most wrong, 2 per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category across 10 categories):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- Dense alone found the gold passage in 8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- Plain RRF lost all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30936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1A1A1A"/>
                </a:solidFill>
                <a:latin typeface="Calibri"/>
              </a:rPr>
              <a:t>Where this generalises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463040"/>
            <a:ext cx="1097280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Not about Hindi. Not about script.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Anywhere rank fusion runs over retrievers with asymmetric coverage: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- text × image/table retrieval — each blind to the other's modality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- access-controlled shards — one retriever permitted a subset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- specialist × general index over partly-covered collections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Guidance: before fusing, check retriever coverage, not only quality.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30936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1A1A1A"/>
                </a:solidFill>
                <a:latin typeface="Calibri"/>
              </a:rPr>
              <a:t>A second negative result: answerability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463040"/>
            <a:ext cx="1097280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Retrieval-score thresholds carry no information about answerability here.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Unanswerable questions score higher. Precision stays at the 0.20 base rate at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every threshold.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Why: 55 of 80 unanswerable items are about schemes that ARE in the corpus.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A retrieval threshold detects corpus absence — and answerability is not corpus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absence.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3767328"/>
          <a:ext cx="10058400" cy="11704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52800"/>
                <a:gridCol w="3352800"/>
                <a:gridCol w="3352800"/>
              </a:tblGrid>
              <a:tr h="292608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A1A1A"/>
                          </a:solidFill>
                          <a:latin typeface="Calibri"/>
                        </a:rPr>
                        <a:t>answerable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A1A1A"/>
                          </a:solidFill>
                          <a:latin typeface="Calibri"/>
                        </a:rPr>
                        <a:t>unanswerable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BM25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13.55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13.82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TF-IDF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0.1424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0.1485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RRF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0.0327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0.0325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1247120" y="630936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1A1A1A"/>
                </a:solidFill>
                <a:latin typeface="Calibri"/>
              </a:rPr>
              <a:t>Scope, stated plainly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463040"/>
            <a:ext cx="1097280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- Encyclopedic corpus, not regulatory text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- One Indic language; two scripts only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- 400 items, single primary annotator, blind 15% second pass, κ gated at 0.70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- Retrieval numbers are [PROBE] pending gold-set verification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- Qwen2.5-3B Q4_K_M on CPU; nothing fine-tuned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30936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1A1A1A"/>
                </a:solidFill>
                <a:latin typeface="Calibri"/>
              </a:rPr>
              <a:t>Conclusion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463040"/>
            <a:ext cx="1097280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Hybrid retrieval inverts cross-lingually because **fusion treats a retriever's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silence as evidence**.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Fix the arithmetic, not the model: 7× cross-lingual, 6× code-mixed, no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training.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Found by reading 20 cases, not by reading a table.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30936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