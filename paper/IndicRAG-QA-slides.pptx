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that beat either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monolingual row out loud. It is a real cost — removing the double vote loses precision where agreement genuinely was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Aggregates that conceal both the win and the cost are the default failure of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eligibility thresholds from memory and getting them wrong. Say the second line out loud: the unpaired rates (0.826 vs 0.762) look like a win only because the arms answer different numbers of questions. The paired test is what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pitch. The fusion result is a claim about retrieval, measured as retrieval. It is not a claim that retrieval is what limits answer quality here. This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calibrated row is the one to dwell on — perfect recall, achieved by refusing every single question. Per-class recall of 1.000 everywhere means nothing when the system abstains unconditionally. Only the generator, which reads the passage, produces a system that answers anything. Adding NLI on top changes nothing: it had 2 false positives left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- 400-item QA set, query-language × evidence-language matrix, 6 cells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- 80 unanswerable items across 4 classes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[PROBE]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Report the trade, not the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Overall Recall@5: 0.483 → 0.500, p = 0.32 — indistinguishable from noise.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Reporting only the aggregate would hide both the 7× cross-lingual gain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the 0.044 monolingual cost.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Good trade on this corpus: monolingual was already strong, cross-lingual was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near zero. On a mostly-monolingual deployment it would be a bad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37 of 72 questions. 16% of those answers are supported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by the evidence. Paired: +0.593,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(+0.026, p = 1.00). Retrieval-or-not is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large effect; which retriever does not show up 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But retrieval is not the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Fixing retrieval entirely buys 0.193. The 3B generator is losing 0.597.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our own contribution improves the smaller of the two.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 second negative result: answerability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Retrieval-score thresholds carry no information about answerability 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Unanswerable questions score higher. Precision stays at the 0.20 base rate at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every threshold.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Why: 55 of 80 unanswerable items are about schemes that ARE in the corpus.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retrieval threshold detects corpus absence — and answerability is not corpus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absence.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signals, same items. Of 28 answerable questions, how many get answered?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151376"/>
          <a:ext cx="100584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0.1485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catches unanswerable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answers 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calibrated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56/56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generator self-report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52/56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17/28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 items, single primary annotator, blind 15% second pass, κ gated at 0.70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Retrieval numbers are [PROBE] pending gold-set verification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7× cross-lingual, 6× code-mixed,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