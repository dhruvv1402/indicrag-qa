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mechanism, not the system.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constructed example; it is how the question is actually typed. Each mismatch is individually well studied. Their conjunction is the ordinary case for a large population, and that is the setting we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Motivates Module 5 and the unanswerable taxonomy. Cuttable if short on time, but it is what makes the answerability work more than a checkbox.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deviation out loud. Someone will ask; answering before they do is worth more than the slide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this up as the obviously correct thing to do, because it is. The next slide is the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This is the slide the talk exists for. Hybrid retrieval is supposed to be a safe default; on the case this system exists to serve it is worse than one of its own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α sweep found no interior weighting that beat either endpoint. It was right about the method and wrong about the hypothesis — α was never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monolingual row out loud. It is a real cost — removing the double vote loses precision where agreement genuinely was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trust. Aggregates that conceal both the win and the cost are the default failure of results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point, and the one most transferable to the audience: the aggregate metric did not merely fail to show the mechanism, it pointed away from it. Selection by rule, fixed before looking, is what keeps this from being anecdote.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H3 and it is the cleanest result in the deck. The closed-book arm is not refusing — it is confidently reciting eligibility thresholds from memory and getting them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stops the talk being a sales pitch. The fusion result is a claim about retrieval, measured as retrieval. It is not a claim that retrieval is what limits answer quality here. This ratio is a property of a 3B quantized model, not a law — but it is why the oracle arm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retrievers of equal accuracy can combine well or destructively depending on whether each could have retrieved what the other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property of the signal, not the calibration. The fitted operating point swings from 0.000 recall to 0.93 depending only on the split, while the curve underneath stays flat — which is why the separation table matters more than any single number. Motivates the NLI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the Q&amp;A rather than during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sentences,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2C5F8A"/>
                </a:solidFill>
                <a:latin typeface="Calibri"/>
              </a:rPr>
              <a:t>Script-Aware Fusion for Cross-Lingual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Why naive hybrid retrieval fails on Indic and code-mixed queries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IndicRAG-QA · CSET 346 · Bennett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query that motivates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"Scholarship ke liye minimum eligibility kya hai?"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Three mismatches at once: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Hindi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 / Devanagari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Surface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eligibility / yogyata / योग्यता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spelling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Why the stakes differ from open-domain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These documents govern who receives public money.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confident wrong answer about an eligibility ceiling is worse than no answer.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The system must be able to abstain, and be **measured on abstaining in the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right places**.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corpus, and one honest deviation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Parallel Hindi/English corpus, Indian government welfare schemes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Bilingual by construction: each scheme has two independently authored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documents, not a translation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- 400-item QA set, query-language × evidence-language matrix, 6 cells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- 80 unanswerable items across 4 classes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Deviation, stated up front: intended to use official scheme PDFs. Soft 404s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image-only scans — one 18-page document yielded 17 characters of extractable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text. Corpus is encyclopedic, not regulatory.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standard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Language/script mismatch → multilingual dense retrieval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Dense retrieval weak on rare terms (scheme names, amounts, section numbers)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add a lexical retriever and fuse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Reciprocal Rank Fusion: score(d) = Σᵢ 1/(k + rankᵢ(d))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 normalisation needed. Standard, strong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It does not merely fail to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Recall@5, cross-lingual queries [PROBE]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scores below the dense retriever it contains.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Dense alone (e5-base)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Hybrid RRF (plain)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cause is structural, not a tuning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lexical retriever has zero recall by construction across a script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boundary — a Devanagari passage and a Latin query share no tokens.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RRF treats agreement as evidence: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same-script passage → 2 votes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cross-script passage → 1 vote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cross-script passage is docked for the lexical retriever's blindness,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for its own irrelevance.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saying nothing about a Devanagari passage is not evidence against it.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 is no evidence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Script-aware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Score each candidate over the retrievers eligible to return it, not those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No training, no tuning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lookup per candidate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Query-time cost unchanged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Plain 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Script-aware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cross-lingual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code-mixed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monolingual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Report the trade, not the aggregate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Overall Recall@5: 0.483 → 0.500, p = 0.32 — indistinguishable from noise.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Reporting only the aggregate would hide both the 7× cross-lingual gain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the 0.044 monolingual cost.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Good trade on this corpus: monolingual was already strong, cross-lingual was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near zero. On a mostly-monolingual deployment it would be a bad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How it was actually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Aggregate tables: "hybrid underperforms." No hint why.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20 error cases, selected by rule (most confident × most wrong, 2 per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category across 10 categories):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Dense alone found the gold passage in 8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Plain RRF lost all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Does it actually help the answers?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arms, same generator, differing only in the evidence given.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Closed-book answers 37 of 72 questions. 16% of those answers are supported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by the evidence.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Script-aware fusion propagates: hybrid beats dense on support and abstains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less, same model, same questions.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abstains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Citation Support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closed-book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0.162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dense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oracle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0.948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But retrieval is not the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Fixing retrieval entirely buys 0.193. The 3B generator is losing 0.597.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Say this out loud: our own contribution improves the smaller of the two.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oracle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0.403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full system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retrieval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0.193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generation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0.597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this generalises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about Hindi. Not about script.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Anywhere rank fusion runs over retrievers with asymmetric coverage: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text × image/table retrieval — each blind to the other's modality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access-controlled shards — one retriever permitted a subset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specialist × general index over partly-covered collections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Guidance: before fusing, check retriever coverage, not only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A second negative result: answerability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Retrieval-score thresholds carry no information about answerability here.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Unanswerable questions score higher. Precision stays at the 0.20 base rate at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every threshold.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Why: 55 of 80 unanswerable items are about schemes that ARE in the corpus.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retrieval threshold detects corpus absence — and answerability is not corpus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absence.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767328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unanswerable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13.82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0.1485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Scope,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Encyclopedic corpus, not regulatory 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Indic language; two scripts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- 400 items, single primary annotator, blind 15% second pass, κ gated at 0.70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Retrieval numbers are [PROBE] pending gold-set verification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Qwen2.5-3B Q4_K_M on CPU; nothing fine-tuned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retrieval inverts cross-lingually because **fusion treats a retriever's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silence as evidence**.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 the arithmetic, not the model: 7× cross-lingual, 6× code-mixed, no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training.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Found by reading 20 cases, not by reading a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