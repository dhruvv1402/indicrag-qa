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that beat either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monolingual row out loud. It is a real cost — removing the double vote loses precision where agreement genuinely was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Aggregates that conceal both the win and the cost are the default failure of results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H3 and it is the cleanest result in the deck. The closed-book arm is not refusing — it is confidently reciting eligibility thresholds from memory and getting them wrong. Say the second line out loud: the unpaired rates (0.826 vs 0.762) look like a win only because the arms answer different numbers of questions. The paired test is what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stops the talk being a sales pitch. The fusion result is a claim about retrieval, measured as retrieval. It is not a claim that retrieval is what limits answer quality here. This ratio is a property of a 3B quantized model, not a law — but it is why the oracle arm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property of the signal, not the calibration. The fitted operating point swings from 0.000 recall to 0.93 depending only on the split, while the curve underneath stays flat — which is why the separation table matters more than any single number. Motivates the NLI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- 400-item QA set, query-language × evidence-language matrix, 6 cells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- 80 unanswerable items across 4 classes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[PROBE]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Report the trade, not the aggregate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Overall Recall@5: 0.483 → 0.500, p = 0.32 — indistinguishable from noise.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Reporting only the aggregate would hide both the 7× cross-lingual gain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the 0.044 monolingual cost.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Good trade on this corpus: monolingual was already strong, cross-lingual was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near zero. On a mostly-monolingual deployment it would be a bad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Does it actually help the answers?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arms, same generator, differing only in the evidence given.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Closed-book answers 37 of 72 questions. 16% of those answers are supported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by the evidence. Paired: +0.593, p = 0.0001.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vs dense is NOT significant (+0.026, p = 1.00). Retrieval-or-not is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large effect; which retriever does not show up downstream at n = 72.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abstains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Citation Support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closed-book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0.948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But retrieval is not the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Fixing retrieval entirely buys 0.193. The 3B generator is losing 0.597.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Say this out loud: our own contribution improves the smaller of the two.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oracle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full system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0.597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 second negative result: answerability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Retrieval-score thresholds carry no information about answerability here.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Unanswerable questions score higher. Precision stays at the 0.20 base rate at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every threshold.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Why: 55 of 80 unanswerable items are about schemes that ARE in the corpus.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retrieval threshold detects corpus absence — and answerability is not corpus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absence.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767328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unanswerable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13.82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0.1485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 items, single primary annotator, blind 15% second pass, κ gated at 0.70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Retrieval numbers are [PROBE] pending gold-set verification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7× cross-lingual, 6× code-mixed,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training.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